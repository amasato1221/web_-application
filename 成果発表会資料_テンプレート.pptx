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fdbdc3ec-147d-7010-b58b-7077f2b22129}">
          <p14:sldIdLst>
            <p14:sldId id="256"/>
          </p14:sldIdLst>
        </p14:section>
        <p14:section name="導入" id="{d2f0f6ad-4d71-c402-1e14-dcb8bb24b3de}">
          <p14:sldIdLst>
            <p14:sldId id="257"/>
          </p14:sldIdLst>
        </p14:section>
        <p14:section name="システム概要" id="{b90be760-8a3e-7897-818c-5ce764590771}">
          <p14:sldIdLst>
            <p14:sldId id="258"/>
            <p14:sldId id="259"/>
            <p14:sldId id="260"/>
            <p14:sldId id="261"/>
          </p14:sldIdLst>
        </p14:section>
        <p14:section name="デモンストレーション" id="{7546c8c0-4aa5-dea5-8990-291b5a1108f3}">
          <p14:sldIdLst>
            <p14:sldId id="262"/>
            <p14:sldId id="263"/>
          </p14:sldIdLst>
        </p14:section>
        <p14:section name="振り返り" id="{5adacaf7-5775-9576-9006-a77f339ec8c4}">
          <p14:sldIdLst>
            <p14:sldId id="264"/>
            <p14:sldId id="265"/>
            <p14:sldId id="266"/>
            <p14:sldId id="267"/>
          </p14:sldIdLst>
        </p14:section>
        <p14:section name="要望・まとめ" id="{abbe2584-b6f7-22cb-5dde-68c131eee225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時間配分は目安。リハーサルで計測し、8〜12分に収まるよう調整すること。
2チーム目以降は「システム概要は省略します」と伝えて次へ進む。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1.5分】※最初のチームのみ発表
・誰が何のために使うシステムかを最初に伝える。
・構成図を指しながら「ブラウザ→Tomcat上のServlet/JSP→MySQL」の流れを説明する。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・番号1〜5が必須機能、それ以降が追加課題。
・追加課題の表示は記入シートの「追加課題 &gt; 実装した」で切り替わる。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・クラス図の構成に沿って、servlet→model（Logic）→dao の順に呼び出される流れを伝える。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・工程の区切りはWBSの予定コマ。実績が大きくずれた工程があれば一言触れる。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2.5分】
・事前にTomcat・MySQLを起動し、ログイン画面を開いておく。
・まずエラー画面を見せてから正しくログインすると、入力チェックの説明になる。
・登録した従業員をそのまま削除すると、デモ後にデータが元に戻る。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・数字はテスト仕様書兼結果報告書の最終版に合わせる。
・チーム独自の工夫は、デモで見せた画面と結びつけると印象に残る。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・不満ではなく「こうなると良い」という提案の形で伝える。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3C49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メンバー：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（リーダー）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発表日：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2026年10月27日</a:t>
            </a:r>
            <a:endParaRPr lang="en-US" sz="1600" dirty="0"/>
          </a:p>
        </p:txBody>
      </p:sp>
      <p:sp>
        <p:nvSpPr>
          <p:cNvPr id="7" name="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この資料は記入シート.yml から自動で作られています。内容の修正は記入シートで行ってください。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全員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概要なしは約10分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servlet</a:t>
            </a:r>
            <a:endParaRPr lang="en-US" sz="1200" dirty="0"/>
          </a:p>
        </p:txBody>
      </p:sp>
      <p:sp>
        <p:nvSpPr>
          <p:cNvPr id="8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9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0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1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2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3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4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</a:t>
            </a:r>
            <a:endParaRPr lang="en-US" sz="1200" dirty="0"/>
          </a:p>
        </p:txBody>
      </p:sp>
      <p:sp>
        <p:nvSpPr>
          <p:cNvPr id="16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7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背景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役割分担_見出し"/>
          <p:cNvSpPr txBox="1"/>
          <p:nvPr/>
        </p:nvSpPr>
        <p:spPr>
          <a:xfrm>
            <a:off x="48006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7" name="役割分担_本文"/>
          <p:cNvSpPr txBox="1"/>
          <p:nvPr/>
        </p:nvSpPr>
        <p:spPr>
          <a:xfrm>
            <a:off x="480060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新井真佐斗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リーダー／班員のレビュー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【記入】氏名2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【記入】従業員一覧・削除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【記入】氏名3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【記入】従業員登録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【記入】氏名4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【記入】追加課題・テスト取りまとめ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ログインID：</a:t>
            </a:r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追加課題1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追加課題1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追加課題1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追加課題2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追加課題2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追加課題2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C8C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本文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2410C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内容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内容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内容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「何が起きたか → どう解決したか」の形でまとめました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2410C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新井真佐斗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【記入】氏名2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【記入】氏名3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【記入】氏名4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背景1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見出し1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本文1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背景2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見出し2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本文2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F班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成果発表会資料（従業員情報管理システム）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2026-10-13T06:24:13Z</dcterms:created>
  <dcterms:modified xsi:type="dcterms:W3CDTF">2026-10-13T06:24:13Z</dcterms:modified>
</cp:coreProperties>
</file>